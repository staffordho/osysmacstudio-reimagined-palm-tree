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59" r:id="rId4"/>
    <p:sldId id="260" r:id="rId5"/>
    <p:sldId id="261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05CD6F9-C401-F4C7-CAF0-EF67CD7D5387}" v="8" dt="2024-09-20T01:50:19.93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/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microsoft.com/office/2015/10/relationships/revisionInfo" Target="revisionInfo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FECA47-DE8C-E4A7-F6A1-1CD0FDC4BE8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24456B2-C455-4985-D68E-F933E1AE946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1D7840F-05AA-B050-247F-2F86E9D45F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965492-AADF-40EF-ACC9-87FEBEACE36F}" type="datetimeFigureOut">
              <a:rPr lang="en-SG" smtClean="0"/>
              <a:t>17/8/2025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450E0F-8A91-ABA1-1F6E-20A8D5F5E8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254B01-8DF4-80BD-9E7A-F4DB861E6E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6F462A-4E00-4339-9A4D-EF7254DF6773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39756125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BC47EA-95D5-FA04-B78E-BD974DD28C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729B9A-44F4-92D1-2C34-BDF953C84DC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25EB4F-940A-78CC-D179-30F8C8BDFE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965492-AADF-40EF-ACC9-87FEBEACE36F}" type="datetimeFigureOut">
              <a:rPr lang="en-SG" smtClean="0"/>
              <a:t>17/8/2025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0FAF6A0-C10E-78AC-7614-1BC96FFD3F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8448C5-E0C3-F381-7A6B-F1BBB807F6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6F462A-4E00-4339-9A4D-EF7254DF6773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63756686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0F5000-57F7-AE16-982D-5A99C14565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5C0D347-6593-22D9-1760-1E8C51C6133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89B6E7E-0B66-BF9E-14E4-64BCADE318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965492-AADF-40EF-ACC9-87FEBEACE36F}" type="datetimeFigureOut">
              <a:rPr lang="en-SG" smtClean="0"/>
              <a:t>17/8/2025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6C6FD16-DDB0-2161-C0DE-0B527AEE67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8BCDA82-AAE4-940B-C3A5-2A4C12F588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6F462A-4E00-4339-9A4D-EF7254DF6773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7630855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598BD0-9127-D36B-DB40-0F880064D1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70A5B9-7338-033B-2768-DB7D5F95A3F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B7AEF82-6D6B-25CF-B580-F69B9CA0B2D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5E00B8E-60AF-7AC4-04AF-85D1D1543B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965492-AADF-40EF-ACC9-87FEBEACE36F}" type="datetimeFigureOut">
              <a:rPr lang="en-SG" smtClean="0"/>
              <a:t>17/8/2025</a:t>
            </a:fld>
            <a:endParaRPr lang="en-SG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2245222-33A4-A529-57BD-8C26BF9517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B3E871B-C7E5-E700-5653-7E929E078A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6F462A-4E00-4339-9A4D-EF7254DF6773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58573340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90FCD1-7508-8414-999A-74DA2EB56F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1512ED5-FC3D-58FA-04A3-B8EF9D416AD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1AECCD1-BCD6-7844-A507-AE9237C5950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25BB9ED-B93F-ACBE-CBDF-01164C32C44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DE6580D-13EE-73CC-7FFE-5E46DA9A1DB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D42B93D-EA8F-D268-7FB0-7B49D5C671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965492-AADF-40EF-ACC9-87FEBEACE36F}" type="datetimeFigureOut">
              <a:rPr lang="en-SG" smtClean="0"/>
              <a:t>17/8/2025</a:t>
            </a:fld>
            <a:endParaRPr lang="en-SG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824218A-5424-65EB-FB92-EA4F60D057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78616D3-2822-C105-2DB3-981D0740D6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6F462A-4E00-4339-9A4D-EF7254DF6773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01697368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F0A74B-6782-26E1-D898-44431C7CB7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05EAC95-A452-A471-9467-8F225306FE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965492-AADF-40EF-ACC9-87FEBEACE36F}" type="datetimeFigureOut">
              <a:rPr lang="en-SG" smtClean="0"/>
              <a:t>17/8/2025</a:t>
            </a:fld>
            <a:endParaRPr lang="en-SG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2B87C08-DF6A-621B-84AF-CB529E94F8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5D29375-5C1F-AB25-17B8-D19DDDA6FD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6F462A-4E00-4339-9A4D-EF7254DF6773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97449429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7024342-FBE9-5D9F-0BE7-448E465A70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965492-AADF-40EF-ACC9-87FEBEACE36F}" type="datetimeFigureOut">
              <a:rPr lang="en-SG" smtClean="0"/>
              <a:t>17/8/2025</a:t>
            </a:fld>
            <a:endParaRPr lang="en-SG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A50DB4B-AB5D-4747-06A4-781309CB26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53BF020-200E-FC38-C5BA-D699AB36A3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6F462A-4E00-4339-9A4D-EF7254DF6773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5752571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A03CF5-3EB0-9957-7334-333F132761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39D31C-E445-CB22-986B-537A4F75934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7608F16-C3EE-4BEF-A38C-4E1BFC43150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23C14BD-1105-3BE2-5339-7241063597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965492-AADF-40EF-ACC9-87FEBEACE36F}" type="datetimeFigureOut">
              <a:rPr lang="en-SG" smtClean="0"/>
              <a:t>17/8/2025</a:t>
            </a:fld>
            <a:endParaRPr lang="en-SG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8DB8BA0-CFFD-9B07-66CD-675E95EA23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CA2045E-6ED2-A705-D808-2449B55D1C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6F462A-4E00-4339-9A4D-EF7254DF6773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68668181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50C6F9-E806-FE71-6652-DD7A48806C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F4756FD-E97A-61FA-966F-F3E7CA247DE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SG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AEAB242-ED81-E529-866E-58624AA84D0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3F2BE17-B25E-DC37-4D45-366570E568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965492-AADF-40EF-ACC9-87FEBEACE36F}" type="datetimeFigureOut">
              <a:rPr lang="en-SG" smtClean="0"/>
              <a:t>17/8/2025</a:t>
            </a:fld>
            <a:endParaRPr lang="en-SG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0D63EC7-F3E7-12EB-7761-F1B38FB0A8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CD2039E-51B8-D03B-73AB-8393E7A9F0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6F462A-4E00-4339-9A4D-EF7254DF6773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20658055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6D1B58-56ED-97C4-A8E4-A85EA6BB78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E2C3A11-B36C-B4CD-A035-8B9A678AC07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B617844-1161-8742-A1A8-F48F5B49CD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965492-AADF-40EF-ACC9-87FEBEACE36F}" type="datetimeFigureOut">
              <a:rPr lang="en-SG" smtClean="0"/>
              <a:t>17/8/2025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713C92-4D31-56CE-5214-8C57281166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B7BE250-2031-7C3B-4163-6D694CB4B2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6F462A-4E00-4339-9A4D-EF7254DF6773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414037039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5023685-E6B4-54E3-1440-64C77EBAB17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00164D7-F62D-A0EF-4029-53D88F0CFA9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5E0C9BD-2579-B9E4-4D26-5930F72149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965492-AADF-40EF-ACC9-87FEBEACE36F}" type="datetimeFigureOut">
              <a:rPr lang="en-SG" smtClean="0"/>
              <a:t>17/8/2025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33E3778-D0C4-240D-4F25-5E9DEBD5FC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A9F44A5-554D-BD84-8D99-2325C15653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6F462A-4E00-4339-9A4D-EF7254DF6773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40561062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2E4B4C3-40D1-45CD-32EF-B5D93BF1FD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6BC967C-1933-975E-5EA6-4E41B10A803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691EF59-9BCF-3EA7-8A75-EF10CAF59BF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B965492-AADF-40EF-ACC9-87FEBEACE36F}" type="datetimeFigureOut">
              <a:rPr lang="en-SG" smtClean="0"/>
              <a:t>17/8/2025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6D92A6-4BB5-0F0B-4F7E-8837B6836F8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FBED8D-6974-9697-2B15-BF1503E53F7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56F462A-4E00-4339-9A4D-EF7254DF6773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7129010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D6F47E2C-008C-671A-761B-A7D9ABE00836}"/>
              </a:ext>
            </a:extLst>
          </p:cNvPr>
          <p:cNvSpPr txBox="1"/>
          <p:nvPr/>
        </p:nvSpPr>
        <p:spPr>
          <a:xfrm>
            <a:off x="1238865" y="1430594"/>
            <a:ext cx="61205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err="1"/>
              <a:t>Sysmac</a:t>
            </a:r>
            <a:r>
              <a:rPr lang="en-US"/>
              <a:t> Practices x4</a:t>
            </a:r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83652235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D6F47E2C-008C-671A-761B-A7D9ABE00836}"/>
              </a:ext>
            </a:extLst>
          </p:cNvPr>
          <p:cNvSpPr txBox="1"/>
          <p:nvPr/>
        </p:nvSpPr>
        <p:spPr>
          <a:xfrm>
            <a:off x="1047136" y="840659"/>
            <a:ext cx="233024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Traffic Light Project</a:t>
            </a:r>
            <a:endParaRPr lang="en-SG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28F3E1E-3C04-8815-5575-EE509DDFF31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06203" y="2964426"/>
            <a:ext cx="4760290" cy="3347602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683ABF7D-BCA6-ACD4-4731-C6C85321A5C3}"/>
              </a:ext>
            </a:extLst>
          </p:cNvPr>
          <p:cNvSpPr txBox="1"/>
          <p:nvPr/>
        </p:nvSpPr>
        <p:spPr>
          <a:xfrm>
            <a:off x="929148" y="1578077"/>
            <a:ext cx="5574891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T1:</a:t>
            </a:r>
          </a:p>
          <a:p>
            <a:r>
              <a:rPr lang="en-US"/>
              <a:t>Red: 10s</a:t>
            </a:r>
          </a:p>
          <a:p>
            <a:r>
              <a:rPr lang="en-US"/>
              <a:t>Green: 7s</a:t>
            </a:r>
          </a:p>
          <a:p>
            <a:r>
              <a:rPr lang="en-US"/>
              <a:t>Yellow: 3s</a:t>
            </a:r>
          </a:p>
          <a:p>
            <a:endParaRPr lang="en-US"/>
          </a:p>
          <a:p>
            <a:r>
              <a:rPr lang="en-US"/>
              <a:t>P1:</a:t>
            </a:r>
          </a:p>
          <a:p>
            <a:r>
              <a:rPr lang="en-US"/>
              <a:t>Red: the rest of the time</a:t>
            </a:r>
          </a:p>
          <a:p>
            <a:r>
              <a:rPr lang="en-US"/>
              <a:t>Green: 5s</a:t>
            </a:r>
          </a:p>
          <a:p>
            <a:r>
              <a:rPr lang="en-US"/>
              <a:t>Blinking:  2s</a:t>
            </a:r>
          </a:p>
          <a:p>
            <a:r>
              <a:rPr lang="en-US"/>
              <a:t>Blink every 0.5s</a:t>
            </a:r>
          </a:p>
          <a:p>
            <a:endParaRPr lang="en-US"/>
          </a:p>
          <a:p>
            <a:endParaRPr lang="en-US"/>
          </a:p>
          <a:p>
            <a:r>
              <a:rPr lang="en-US"/>
              <a:t>-P1 follows T1, P2 follow T2</a:t>
            </a:r>
          </a:p>
          <a:p>
            <a:r>
              <a:rPr lang="en-US"/>
              <a:t>-P1 only turns green when the button is pushed and T1 is red</a:t>
            </a:r>
          </a:p>
          <a:p>
            <a:r>
              <a:rPr lang="en-US"/>
              <a:t>-P1 should turn red already when T1 turns yellow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FA06C39-A146-FF4E-15DD-F956C42BC79E}"/>
              </a:ext>
            </a:extLst>
          </p:cNvPr>
          <p:cNvSpPr txBox="1"/>
          <p:nvPr/>
        </p:nvSpPr>
        <p:spPr>
          <a:xfrm>
            <a:off x="2772697" y="1578077"/>
            <a:ext cx="2123768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T2:</a:t>
            </a:r>
          </a:p>
          <a:p>
            <a:r>
              <a:rPr lang="en-US"/>
              <a:t>Green: 7s</a:t>
            </a:r>
          </a:p>
          <a:p>
            <a:r>
              <a:rPr lang="en-US"/>
              <a:t>Yellow: 3s</a:t>
            </a:r>
          </a:p>
          <a:p>
            <a:r>
              <a:rPr lang="en-US"/>
              <a:t>Red: 10s</a:t>
            </a:r>
          </a:p>
          <a:p>
            <a:endParaRPr lang="en-SG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1FA4DD9-1BBC-AFFB-6EE3-52B72F00AAA2}"/>
              </a:ext>
            </a:extLst>
          </p:cNvPr>
          <p:cNvSpPr txBox="1"/>
          <p:nvPr/>
        </p:nvSpPr>
        <p:spPr>
          <a:xfrm>
            <a:off x="6953871" y="700914"/>
            <a:ext cx="4619820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Objective:</a:t>
            </a:r>
          </a:p>
          <a:p>
            <a:pPr marL="742950" lvl="1" indent="-285750">
              <a:buFont typeface="Wingdings" panose="05000000000000000000" pitchFamily="2" charset="2"/>
              <a:buChar char="q"/>
            </a:pPr>
            <a:r>
              <a:rPr lang="en-US"/>
              <a:t>Data Structure</a:t>
            </a:r>
          </a:p>
          <a:p>
            <a:pPr marL="742950" lvl="1" indent="-285750">
              <a:buFont typeface="Wingdings" panose="05000000000000000000" pitchFamily="2" charset="2"/>
              <a:buChar char="q"/>
            </a:pPr>
            <a:r>
              <a:rPr lang="en-US"/>
              <a:t>Using Array</a:t>
            </a:r>
          </a:p>
          <a:p>
            <a:pPr marL="742950" lvl="1" indent="-285750">
              <a:buFont typeface="Wingdings" panose="05000000000000000000" pitchFamily="2" charset="2"/>
              <a:buChar char="q"/>
            </a:pPr>
            <a:r>
              <a:rPr lang="en-US"/>
              <a:t>Using 1 TON FB</a:t>
            </a:r>
          </a:p>
          <a:p>
            <a:pPr marL="742950" lvl="1" indent="-285750">
              <a:buFont typeface="Wingdings" panose="05000000000000000000" pitchFamily="2" charset="2"/>
              <a:buChar char="q"/>
            </a:pPr>
            <a:r>
              <a:rPr lang="en-US"/>
              <a:t>Program Sequence</a:t>
            </a:r>
          </a:p>
          <a:p>
            <a:pPr marL="742950" lvl="1" indent="-285750">
              <a:buFont typeface="Wingdings" panose="05000000000000000000" pitchFamily="2" charset="2"/>
              <a:buChar char="q"/>
            </a:pPr>
            <a:r>
              <a:rPr lang="en-US"/>
              <a:t>HMI</a:t>
            </a:r>
          </a:p>
          <a:p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69080350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D6F47E2C-008C-671A-761B-A7D9ABE00836}"/>
              </a:ext>
            </a:extLst>
          </p:cNvPr>
          <p:cNvSpPr txBox="1"/>
          <p:nvPr/>
        </p:nvSpPr>
        <p:spPr>
          <a:xfrm>
            <a:off x="1047136" y="840659"/>
            <a:ext cx="233024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Tic-tac-toe Project</a:t>
            </a:r>
            <a:endParaRPr lang="en-SG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83ABF7D-BCA6-ACD4-4731-C6C85321A5C3}"/>
              </a:ext>
            </a:extLst>
          </p:cNvPr>
          <p:cNvSpPr txBox="1"/>
          <p:nvPr/>
        </p:nvSpPr>
        <p:spPr>
          <a:xfrm>
            <a:off x="1047136" y="1519193"/>
            <a:ext cx="5574891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-Player 1 is ‘X’, Player 2 is ‘O’</a:t>
            </a:r>
          </a:p>
          <a:p>
            <a:r>
              <a:rPr lang="en-US"/>
              <a:t>-Keep alternating moves until one of the players has drawn a row of three symbols or until no one can win. </a:t>
            </a:r>
          </a:p>
          <a:p>
            <a:r>
              <a:rPr lang="en-US"/>
              <a:t>-The first player to draw three of their symbols in a row, whether it is horizontal, vertical, or diagonal, has won tic-tac-toe.</a:t>
            </a:r>
          </a:p>
          <a:p>
            <a:endParaRPr lang="en-US"/>
          </a:p>
          <a:p>
            <a:endParaRPr lang="en-US"/>
          </a:p>
          <a:p>
            <a:endParaRPr lang="en-US"/>
          </a:p>
          <a:p>
            <a:r>
              <a:rPr lang="en-US"/>
              <a:t>-Need to show whose turn it is</a:t>
            </a:r>
          </a:p>
          <a:p>
            <a:r>
              <a:rPr lang="en-US"/>
              <a:t>-Have the restart button</a:t>
            </a:r>
          </a:p>
          <a:p>
            <a:r>
              <a:rPr lang="en-US"/>
              <a:t>-Have a pop out page as which player win the game</a:t>
            </a:r>
          </a:p>
        </p:txBody>
      </p:sp>
      <p:pic>
        <p:nvPicPr>
          <p:cNvPr id="1026" name="Picture 2" descr="GamesCrafters :: Games">
            <a:extLst>
              <a:ext uri="{FF2B5EF4-FFF2-40B4-BE49-F238E27FC236}">
                <a16:creationId xmlns:a16="http://schemas.microsoft.com/office/drawing/2014/main" id="{5F6AFA33-7466-E519-E3E1-BEE446E355C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34632" y="2153313"/>
            <a:ext cx="2669305" cy="26693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F4C2BD47-F9A8-E8F6-9EE9-EDE30177486E}"/>
              </a:ext>
            </a:extLst>
          </p:cNvPr>
          <p:cNvSpPr txBox="1"/>
          <p:nvPr/>
        </p:nvSpPr>
        <p:spPr>
          <a:xfrm>
            <a:off x="7406716" y="471327"/>
            <a:ext cx="4619820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Objective:</a:t>
            </a:r>
          </a:p>
          <a:p>
            <a:pPr marL="742950" lvl="1" indent="-285750">
              <a:buFont typeface="Wingdings" panose="05000000000000000000" pitchFamily="2" charset="2"/>
              <a:buChar char="q"/>
            </a:pPr>
            <a:r>
              <a:rPr lang="en-US"/>
              <a:t>Using 2D/3D Array</a:t>
            </a:r>
          </a:p>
          <a:p>
            <a:pPr marL="742950" lvl="1" indent="-285750">
              <a:buFont typeface="Wingdings" panose="05000000000000000000" pitchFamily="2" charset="2"/>
              <a:buChar char="q"/>
            </a:pPr>
            <a:r>
              <a:rPr lang="en-US"/>
              <a:t>For Loop</a:t>
            </a:r>
          </a:p>
          <a:p>
            <a:pPr marL="742950" lvl="1" indent="-285750">
              <a:buFont typeface="Wingdings" panose="05000000000000000000" pitchFamily="2" charset="2"/>
              <a:buChar char="q"/>
            </a:pPr>
            <a:r>
              <a:rPr lang="en-US"/>
              <a:t>Indirect addressing</a:t>
            </a:r>
          </a:p>
          <a:p>
            <a:pPr marL="742950" lvl="1" indent="-285750">
              <a:buFont typeface="Wingdings" panose="05000000000000000000" pitchFamily="2" charset="2"/>
              <a:buChar char="q"/>
            </a:pPr>
            <a:r>
              <a:rPr lang="en-US"/>
              <a:t>HMI</a:t>
            </a:r>
          </a:p>
          <a:p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77867503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D6F47E2C-008C-671A-761B-A7D9ABE00836}"/>
              </a:ext>
            </a:extLst>
          </p:cNvPr>
          <p:cNvSpPr txBox="1"/>
          <p:nvPr/>
        </p:nvSpPr>
        <p:spPr>
          <a:xfrm>
            <a:off x="1047136" y="840659"/>
            <a:ext cx="233024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Connect4 Project</a:t>
            </a:r>
            <a:endParaRPr lang="en-SG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83ABF7D-BCA6-ACD4-4731-C6C85321A5C3}"/>
              </a:ext>
            </a:extLst>
          </p:cNvPr>
          <p:cNvSpPr txBox="1"/>
          <p:nvPr/>
        </p:nvSpPr>
        <p:spPr>
          <a:xfrm>
            <a:off x="1047136" y="1519193"/>
            <a:ext cx="5574891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-Player 1 is yellow, Player 2 is red</a:t>
            </a:r>
          </a:p>
          <a:p>
            <a:r>
              <a:rPr lang="en-US"/>
              <a:t>-The dices are dropped into the grid</a:t>
            </a:r>
          </a:p>
          <a:p>
            <a:r>
              <a:rPr lang="en-US"/>
              <a:t>-Keep alternating moves until one of the players has drawn a row of four dices or until no one can win. </a:t>
            </a:r>
          </a:p>
          <a:p>
            <a:r>
              <a:rPr lang="en-US"/>
              <a:t>-The first player to draw four of their dices in a row, whether it is horizontal, vertical, or diagonal, has won the connect4.</a:t>
            </a:r>
          </a:p>
          <a:p>
            <a:endParaRPr lang="en-US"/>
          </a:p>
          <a:p>
            <a:endParaRPr lang="en-US"/>
          </a:p>
          <a:p>
            <a:endParaRPr lang="en-US"/>
          </a:p>
          <a:p>
            <a:r>
              <a:rPr lang="en-US"/>
              <a:t>-Have an undo button</a:t>
            </a:r>
          </a:p>
          <a:p>
            <a:r>
              <a:rPr lang="en-US"/>
              <a:t>-Need to show whose turn it is</a:t>
            </a:r>
          </a:p>
          <a:p>
            <a:r>
              <a:rPr lang="en-US"/>
              <a:t>-Have the restart button</a:t>
            </a:r>
          </a:p>
          <a:p>
            <a:r>
              <a:rPr lang="en-US"/>
              <a:t>-Have a pop out page as which player win the game</a:t>
            </a:r>
          </a:p>
        </p:txBody>
      </p:sp>
      <p:pic>
        <p:nvPicPr>
          <p:cNvPr id="2050" name="Picture 2" descr="Connect 4: Free online game - Brain training - Helpful Games">
            <a:extLst>
              <a:ext uri="{FF2B5EF4-FFF2-40B4-BE49-F238E27FC236}">
                <a16:creationId xmlns:a16="http://schemas.microsoft.com/office/drawing/2014/main" id="{7E0EB2FC-F66B-9A97-B26B-894D376003A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25364" y="2787445"/>
            <a:ext cx="3619500" cy="2286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4062125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D6F47E2C-008C-671A-761B-A7D9ABE00836}"/>
              </a:ext>
            </a:extLst>
          </p:cNvPr>
          <p:cNvSpPr txBox="1"/>
          <p:nvPr/>
        </p:nvSpPr>
        <p:spPr>
          <a:xfrm>
            <a:off x="1047136" y="840659"/>
            <a:ext cx="233024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err="1"/>
              <a:t>Reversi</a:t>
            </a:r>
            <a:r>
              <a:rPr lang="en-US"/>
              <a:t> Project</a:t>
            </a:r>
            <a:endParaRPr lang="en-SG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83ABF7D-BCA6-ACD4-4731-C6C85321A5C3}"/>
              </a:ext>
            </a:extLst>
          </p:cNvPr>
          <p:cNvSpPr txBox="1"/>
          <p:nvPr/>
        </p:nvSpPr>
        <p:spPr>
          <a:xfrm>
            <a:off x="1047136" y="1519193"/>
            <a:ext cx="5574891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-Dices can be flipped as long as its in a row, whether it is horizontal, vertical, or diagonal.</a:t>
            </a:r>
          </a:p>
          <a:p>
            <a:r>
              <a:rPr lang="en-US"/>
              <a:t>-Once there's no more room on the board for any placements, the player who has the greatest number wins</a:t>
            </a:r>
          </a:p>
          <a:p>
            <a:endParaRPr lang="en-US"/>
          </a:p>
          <a:p>
            <a:r>
              <a:rPr lang="en-US"/>
              <a:t>https://www.youtube.com/watch?v=QioKbksiJnA</a:t>
            </a:r>
          </a:p>
          <a:p>
            <a:endParaRPr lang="en-US"/>
          </a:p>
          <a:p>
            <a:endParaRPr lang="en-US"/>
          </a:p>
          <a:p>
            <a:endParaRPr lang="en-US"/>
          </a:p>
          <a:p>
            <a:r>
              <a:rPr lang="en-US"/>
              <a:t>-Need to show all available spaces on the board where a move can be placed during each round</a:t>
            </a:r>
          </a:p>
          <a:p>
            <a:r>
              <a:rPr lang="en-US"/>
              <a:t>-Need to show whose turn it is</a:t>
            </a:r>
          </a:p>
          <a:p>
            <a:r>
              <a:rPr lang="en-US"/>
              <a:t>-Have the restart button</a:t>
            </a:r>
          </a:p>
          <a:p>
            <a:r>
              <a:rPr lang="en-US"/>
              <a:t>-Have a pop out page as which player win the game</a:t>
            </a:r>
          </a:p>
        </p:txBody>
      </p:sp>
      <p:pic>
        <p:nvPicPr>
          <p:cNvPr id="3074" name="Picture 2" descr="Building the classic Othello board game for AI | by Gregory Glatzer | Medium">
            <a:extLst>
              <a:ext uri="{FF2B5EF4-FFF2-40B4-BE49-F238E27FC236}">
                <a16:creationId xmlns:a16="http://schemas.microsoft.com/office/drawing/2014/main" id="{DD0A100C-91DA-34F9-E7B4-EC90AE6FFB8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63697" y="1753223"/>
            <a:ext cx="4181167" cy="41811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7720507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Widescreen</PresentationFormat>
  <Slides>5</Slides>
  <Notes>0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6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Estelle Zhu / OEP-SG</dc:creator>
  <cp:revision>7</cp:revision>
  <dcterms:created xsi:type="dcterms:W3CDTF">2024-08-01T05:06:08Z</dcterms:created>
  <dcterms:modified xsi:type="dcterms:W3CDTF">2025-08-18T02:53:40Z</dcterms:modified>
</cp:coreProperties>
</file>